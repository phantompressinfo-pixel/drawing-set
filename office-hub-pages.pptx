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 — The landing page. Search, five one-click actions, and the six sections the office uses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Announcements — Office reminders and notices. Newest first, each one dated and tagged.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Office Standards — Drafting conventions, file naming, sheet setup — the Office Standards Manual and everything under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Templates — Start-here files: sheet sets, letterhead, proposals, presentation decks.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Forms — Time off, expenses, IT requests — every form the office fills out, in one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SOPs — Step-by-step procedures for how the office runs a project from kickoff to closeout.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Revit Standards — Model setup, worksharing, families, view templates, annotation.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Sessions — The weekly presentation program. Upcoming sessions, the sign-up, and the full archive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" y="2395728"/>
            <a:ext cx="50292" cy="1417320"/>
          </a:xfrm>
          <a:prstGeom prst="rect">
            <a:avLst/>
          </a:prstGeom>
          <a:solidFill>
            <a:srgbClr val="6C9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235915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260">
                <a:solidFill>
                  <a:srgbClr val="C6D6E8"/>
                </a:solidFill>
                <a:latin typeface="Gotham"/>
              </a:rPr>
              <a:t>EIGELBERGER ARCHITECTURE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27889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Gotham"/>
              </a:rPr>
              <a:t>Office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675887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C6D6E8"/>
                </a:solidFill>
                <a:latin typeface="Gotham"/>
              </a:rPr>
              <a:t>Every page, in the proposed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AC9"/>
                </a:solidFill>
                <a:latin typeface="Gotham"/>
              </a:rPr>
              <a:t>Built in Google Sites  ·  files live in Drive  ·  no page edits to keep it current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4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01_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4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02_announcem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4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03_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4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04_templ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4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05_for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4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06_stand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4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07_rev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4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08_lear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