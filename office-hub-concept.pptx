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945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268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2416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70080" y="0"/>
            <a:ext cx="0" cy="685800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486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10972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64592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219456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32918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8404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38912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603504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583680"/>
            <a:ext cx="12191695" cy="0"/>
          </a:xfrm>
          <a:prstGeom prst="line">
            <a:avLst/>
          </a:prstGeom>
          <a:noFill/>
          <a:ln w="6350">
            <a:solidFill>
              <a:srgbClr val="1D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124358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124358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G-000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286000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907993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907993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529986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529986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51980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51980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773973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773973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10395966" y="1956816"/>
            <a:ext cx="1475689" cy="566928"/>
          </a:xfrm>
          <a:prstGeom prst="roundRect">
            <a:avLst>
              <a:gd name="adj" fmla="val 8065"/>
            </a:avLst>
          </a:prstGeom>
          <a:solidFill>
            <a:srgbClr val="E3E8EA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395966" y="1956816"/>
            <a:ext cx="147568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2286000" y="27432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0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621682" y="3099816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621682" y="3099816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0053" y="3099816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890053" y="3099816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82386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682386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7826045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822741" y="3017520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8950757" y="3108960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8950757" y="3310128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8950757" y="3858768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8950757" y="4462272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50757" y="4507992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11094415" y="45079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2286000" y="49560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286000" y="5212080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86000" y="5212080"/>
            <a:ext cx="45720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2514600" y="528523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2514600" y="554126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82" name="Text 80"/>
          <p:cNvSpPr txBox="1"/>
          <p:nvPr/>
        </p:nvSpPr>
        <p:spPr>
          <a:xfrm>
            <a:off x="10728655" y="52852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179222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179222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G-001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234086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34086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A-100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5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1" name="Text 59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5" name="Text 63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4" name="Text 72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77" name="Text 75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78" name="Text 76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85" name="Text 83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288950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288950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A-200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343814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43814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A-300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398678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8678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A-400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5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2" name="Text 7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75" name="Text 73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76" name="Text 74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53542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53542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A-500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2" name="Text 5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2" name="Text 7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1C25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INDEX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453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18105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G-001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0025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3591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A-100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5511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2907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A-200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0998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34564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A-300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36484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A-400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" y="41970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45537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A-500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2880" y="47457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084064"/>
            <a:ext cx="1965960" cy="51206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084064"/>
            <a:ext cx="45720" cy="512064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82880" y="5102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A-600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2880" y="52943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5650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A-700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2880" y="58430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98480" y="102412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 A-600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1C25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3" name="Text 41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0" name="Text 68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6" name="Text 84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87" name="Text 85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93" name="Text 91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96" name="Text 94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97" name="Text 95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6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572000"/>
          </a:xfrm>
          <a:prstGeom prst="roundRect">
            <a:avLst>
              <a:gd name="adj" fmla="val 1200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66560" y="22860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C2530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69480" y="2304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 / Text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4871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#1C2530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66560" y="281635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EEF1F3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69480" y="28346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/ Background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017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#EEF1F3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766560" y="3346704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9480" y="33649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35478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66560" y="387705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38953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269480" y="407822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66560" y="440740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69480" y="4425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460857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766560" y="4983480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166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6766560" y="54041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Headings: Arial (Bold, uppercase)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566013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Calibri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91616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/ codes: Courier New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6300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content on the previous pages is placeholder sample text — nothing is linked to a real file yet.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2026-08-28T21:40:05Z</dcterms:created>
  <dcterms:modified xsi:type="dcterms:W3CDTF">2026-08-28T21:40:05Z</dcterms:modified>
</cp:coreProperties>
</file>