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01 — CORNER WASH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pic>
        <p:nvPicPr>
          <p:cNvPr id="30" name="Image 0" descr="/tmp/claude-0/-home-user-drawing-set/4abccc73-5df9-5ad5-9792-19a3f012db48/scratchpad/tile_b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920240"/>
            <a:ext cx="9878263" cy="134416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31" name="Shape 28"/>
          <p:cNvSpPr/>
          <p:nvPr/>
        </p:nvSpPr>
        <p:spPr>
          <a:xfrm>
            <a:off x="2678082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1" descr="/tmp/claude-0/-home-user-drawing-set/4abccc73-5df9-5ad5-9792-19a3f012db48/scratchpad/icons/standar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9522" y="2267712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2286000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4065749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2" descr="/tmp/claude-0/-home-user-drawing-set/4abccc73-5df9-5ad5-9792-19a3f012db48/scratchpad/icons/templ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189" y="2267712"/>
            <a:ext cx="292608" cy="29260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367366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45341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3" descr="/tmp/claude-0/-home-user-drawing-set/4abccc73-5df9-5ad5-9792-19a3f012db48/scratchpad/icons/form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4856" y="2267712"/>
            <a:ext cx="292608" cy="29260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061335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841084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1" name="Image 4" descr="/tmp/claude-0/-home-user-drawing-set/4abccc73-5df9-5ad5-9792-19a3f012db48/scratchpad/icons/polic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524" y="2267712"/>
            <a:ext cx="292608" cy="29260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6449002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8228751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5" descr="/tmp/claude-0/-home-user-drawing-set/4abccc73-5df9-5ad5-9792-19a3f012db48/scratchpad/icons/sop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0191" y="2267712"/>
            <a:ext cx="292608" cy="2926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7836669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9616418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7" name="Image 6" descr="/tmp/claude-0/-home-user-drawing-set/4abccc73-5df9-5ad5-9792-19a3f012db48/scratchpad/icons/revi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7858" y="2267712"/>
            <a:ext cx="292608" cy="292608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22433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1100408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7" descr="/tmp/claude-0/-home-user-drawing-set/4abccc73-5df9-5ad5-9792-19a3f012db48/scratchpad/icons/learnin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95526" y="2267712"/>
            <a:ext cx="292608" cy="292608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10612004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900" dirty="0"/>
          </a:p>
        </p:txBody>
      </p:sp>
      <p:sp>
        <p:nvSpPr>
          <p:cNvPr id="52" name="Shape 42"/>
          <p:cNvSpPr/>
          <p:nvPr/>
        </p:nvSpPr>
        <p:spPr>
          <a:xfrm>
            <a:off x="2286000" y="3520440"/>
            <a:ext cx="109728" cy="109728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53" name="Text 43"/>
          <p:cNvSpPr txBox="1"/>
          <p:nvPr/>
        </p:nvSpPr>
        <p:spPr>
          <a:xfrm>
            <a:off x="2468880" y="3502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54" name="Shape 44"/>
          <p:cNvSpPr/>
          <p:nvPr/>
        </p:nvSpPr>
        <p:spPr>
          <a:xfrm>
            <a:off x="228600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45"/>
          <p:cNvSpPr txBox="1"/>
          <p:nvPr/>
        </p:nvSpPr>
        <p:spPr>
          <a:xfrm>
            <a:off x="241401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6" name="Shape 46"/>
          <p:cNvSpPr/>
          <p:nvPr/>
        </p:nvSpPr>
        <p:spPr>
          <a:xfrm>
            <a:off x="4621682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4621682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8" name="Text 48"/>
          <p:cNvSpPr txBox="1"/>
          <p:nvPr/>
        </p:nvSpPr>
        <p:spPr>
          <a:xfrm>
            <a:off x="241401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9" name="Text 49"/>
          <p:cNvSpPr txBox="1"/>
          <p:nvPr/>
        </p:nvSpPr>
        <p:spPr>
          <a:xfrm>
            <a:off x="241401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241401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241401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2" name="Text 52"/>
          <p:cNvSpPr txBox="1"/>
          <p:nvPr/>
        </p:nvSpPr>
        <p:spPr>
          <a:xfrm>
            <a:off x="4557674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53"/>
          <p:cNvSpPr/>
          <p:nvPr/>
        </p:nvSpPr>
        <p:spPr>
          <a:xfrm>
            <a:off x="555437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54"/>
          <p:cNvSpPr txBox="1"/>
          <p:nvPr/>
        </p:nvSpPr>
        <p:spPr>
          <a:xfrm>
            <a:off x="568238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65" name="Shape 55"/>
          <p:cNvSpPr/>
          <p:nvPr/>
        </p:nvSpPr>
        <p:spPr>
          <a:xfrm>
            <a:off x="7890053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7890053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7" name="Text 57"/>
          <p:cNvSpPr txBox="1"/>
          <p:nvPr/>
        </p:nvSpPr>
        <p:spPr>
          <a:xfrm>
            <a:off x="568238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8" name="Text 58"/>
          <p:cNvSpPr txBox="1"/>
          <p:nvPr/>
        </p:nvSpPr>
        <p:spPr>
          <a:xfrm>
            <a:off x="568238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9" name="Shape 59"/>
          <p:cNvSpPr/>
          <p:nvPr/>
        </p:nvSpPr>
        <p:spPr>
          <a:xfrm>
            <a:off x="568238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0"/>
          <p:cNvSpPr txBox="1"/>
          <p:nvPr/>
        </p:nvSpPr>
        <p:spPr>
          <a:xfrm>
            <a:off x="568238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1"/>
          <p:cNvSpPr txBox="1"/>
          <p:nvPr/>
        </p:nvSpPr>
        <p:spPr>
          <a:xfrm>
            <a:off x="782604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62"/>
          <p:cNvSpPr/>
          <p:nvPr/>
        </p:nvSpPr>
        <p:spPr>
          <a:xfrm>
            <a:off x="8822741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63"/>
          <p:cNvSpPr txBox="1"/>
          <p:nvPr/>
        </p:nvSpPr>
        <p:spPr>
          <a:xfrm>
            <a:off x="8950757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74" name="Text 64"/>
          <p:cNvSpPr txBox="1"/>
          <p:nvPr/>
        </p:nvSpPr>
        <p:spPr>
          <a:xfrm>
            <a:off x="8950757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75" name="Text 65"/>
          <p:cNvSpPr txBox="1"/>
          <p:nvPr/>
        </p:nvSpPr>
        <p:spPr>
          <a:xfrm>
            <a:off x="8950757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6" name="Shape 66"/>
          <p:cNvSpPr/>
          <p:nvPr/>
        </p:nvSpPr>
        <p:spPr>
          <a:xfrm>
            <a:off x="8950757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8950757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8" name="Text 68"/>
          <p:cNvSpPr txBox="1"/>
          <p:nvPr/>
        </p:nvSpPr>
        <p:spPr>
          <a:xfrm>
            <a:off x="1109441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9" name="Shape 69"/>
          <p:cNvSpPr/>
          <p:nvPr/>
        </p:nvSpPr>
        <p:spPr>
          <a:xfrm>
            <a:off x="2286000" y="5550408"/>
            <a:ext cx="109728" cy="10972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0" name="Text 70"/>
          <p:cNvSpPr txBox="1"/>
          <p:nvPr/>
        </p:nvSpPr>
        <p:spPr>
          <a:xfrm>
            <a:off x="2468880" y="5532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81" name="Shape 71"/>
          <p:cNvSpPr/>
          <p:nvPr/>
        </p:nvSpPr>
        <p:spPr>
          <a:xfrm>
            <a:off x="2286000" y="5788152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E4EA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82" name="Shape 72"/>
          <p:cNvSpPr/>
          <p:nvPr/>
        </p:nvSpPr>
        <p:spPr>
          <a:xfrm>
            <a:off x="2286000" y="5788152"/>
            <a:ext cx="54864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3" name="Text 73"/>
          <p:cNvSpPr txBox="1"/>
          <p:nvPr/>
        </p:nvSpPr>
        <p:spPr>
          <a:xfrm>
            <a:off x="2514600" y="5861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84" name="Text 74"/>
          <p:cNvSpPr txBox="1"/>
          <p:nvPr/>
        </p:nvSpPr>
        <p:spPr>
          <a:xfrm>
            <a:off x="2514600" y="6117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85" name="Text 75"/>
          <p:cNvSpPr txBox="1"/>
          <p:nvPr/>
        </p:nvSpPr>
        <p:spPr>
          <a:xfrm>
            <a:off x="10728655" y="58613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02 — DIAGONAL SWEEP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03 — BLUEPRINT GRID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4" name="Text 72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6" name="Text 74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04 — BOTTOM GLOW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05 — VIGNETTE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06 — DOT MATRIX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07 — SIDE FADE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08 — CONTOUR LINES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4" name="Text 82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2026-08-31T22:39:40Z</dcterms:created>
  <dcterms:modified xsi:type="dcterms:W3CDTF">2026-08-31T22:39:40Z</dcterms:modified>
</cp:coreProperties>
</file>